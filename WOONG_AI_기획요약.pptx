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 OPERATIONS COPILOT · POC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묻고 · 데이터로 계산하고 · 승인으로 실행한다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뭐 해야 돼?”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337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피킹 · 적치 · 재고 리스크 · 출고확정까지 한 번에 답하는 Agentic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운영자를 위한 Agentic AI 서비스 기획  ·  2026.06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서비스인가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55448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해야 돼?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2918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86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우선 처리할 업무는 3건입니다.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ORD001 피킹 지시 — 10:30 시작 권장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SKU_A001 재고 부족 예상 — HIGH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INB003 적치 필요 — Zone A 추천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출고예정·재고·정책 문서 기반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Agent가 한 번에 종합하는 5가지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81965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피킹지시가 필요한 출고예정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기준 우선순위·시작시간 포함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4048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322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적치가 필요한 입고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입고예정·적치대기 상태 기준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9900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907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부족 예상 품목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출고이력 기반 소진일 예측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57530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출고확정대기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피킹·패킹 완료 후 확정 대상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41605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078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기준 예외 상황 대응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재고부족·CAPA부족 등 표준 대응안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6가지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EDF5F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요약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미지시 출고, 적치대기, 재고 위험, 출고확정대기를 한 번에 종합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28416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3529584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· CAPA · 거리 · 고회전 기준으로 최적 Location 추천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우선순위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- 작업시간 - 버퍼로 피킹 시작시간과 순서 산출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예측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선형회귀로 예상소진일 계산, HIGH/MEDIUM/LOW 등급 판정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28416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대응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재고부족, CAPA부족 등 예외 상황의 표준 대응 절차 제시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9632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 · 산식 · Tool 결과를 인용해 추천 이유를 설명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구조 — LangGraph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의도 분류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36776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56232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1929384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 계획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55264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328416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조회·계산·예측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정합성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정책·산식 검색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32904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52551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응답·승인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+ 승인 요청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8950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Tool이 계산하고, LLM은 결과를 해석·설명한다. 상태 변경은 반드시 사용자 승인 후에만 수행한다.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패턴   Router · Planning · ReAct · PEV · Adaptive RAG · Dry-Run · Human-in-the-loop · Simulator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없이는 아무것도 바꾸지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Tool이 적치·피킹·출고확정 대상을 계산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30552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295144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76856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 생성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초안을 만들어 보관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03904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968496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50208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 Run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변경될 상태·재고를 미리보기로 제시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77256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41848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확인 후 승인 또는 거부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50608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96912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Draft만 실제 DB 상태 변경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작업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적치지시 생성 · 피킹지시 발행 · 출고확정     </a:t>
            </a:r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상태 변경 0건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거부된 Draft는 REJECTED로 보관되어 언제든 추적 가능 — 모든 추천은 Tool Trace로 재현된다.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IDENTITY &amp;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페르소나와 대화 관리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· 톤앤매너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간결한 존댓말, 결론 → 수치 → 근거 → 조치 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Tool 결과만 인용 — 추측 표현 금지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위험·출고 임박 건은 응답 첫머리에 배치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상태변경은 항상 “승인이 필요합니다” 명시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금지: 수치 임의 생성 · 문서에 없는 정책 설명 · 업무 범위 밖 답변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메모리 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10턴 윈도우 버퍼 + 세션 슬롯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“승인해줘” → 직전 Draft, “그 제품은?” → 최근 SKU 참조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무활동 시 세션 종료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Draft는 DB 영속 — 세션 만료 후에도 승인 가능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메모리는 POC 범위 제외 (모든 기록은 DB)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LLM·임베딩 모델은 사내 제공 예정(미정) — 교체 가능한 model-agnostic 구조로 설계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구성과 지식 기반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91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임베딩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제공 모델 (미정) · 교체 가능 설계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20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워크플로우 · 조건 분기 · 상태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Engine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조회·추천·Forecast·Draft 등 표준 Tool 23종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(FAISS)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6종 검색 · 필요할 때만 수행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10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POC용 WMS 데이터 저장소 (13개 테이블)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예측 · 이동평균 Fallback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69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Streamlit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운영자용 대시보드 UI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29844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지식 문서 6종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8928" y="1874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우선 · CAPA · 거리 · 고회전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38928" y="2304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시작시간 산정 · 우선순위 기준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· 위험등급 ·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38928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SOP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 등 예외 상황 대응 8종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3593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 문서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점수 · 피킹 점수 · Forecast 산식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38928" y="40233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사전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용어 정의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의사결정은 Tool이, 그 근거 설명은 RAG가 담당한다.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성공을 판단하는가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분류 정확도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100건 기준 의도 분류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42032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Recall@3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검색 정확도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26864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Groundedness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근거한 답변 비율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11696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21424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무승인 상태 변경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지시·확정 차단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— 적치 규칙 위반 추천 0건 · 피킹 시작시간 계산 정확도 100% · Forecast 위험등급 분류 정확도 평가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로드맵 — 10 Phase, 4단계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스키마 · Seed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24912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엔진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24912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23종 구현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What-if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3–4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조립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9744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인덱싱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워크플로우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5–6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94576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Streamlit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데모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7–9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확장 — Hybrid Search · Reranker · PostgreSQL 전환 · 실제 WMS API 연동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진행 업데이트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323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기획요약 + 진행현황을 병합했습니다. 이후 진행사항은 이 파일에 날짜 단위로 누적합니다.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3099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구현 완료 현황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3520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디자인 패턴 — 정의와 코드 구현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39410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심화 — Adaptive/Agentic · ALR+Sufficient · Vector DB 구성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3616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— 실시간 수요 발생 시뮬레이션 (Toast · 긴급 처리)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구현된 내용 — POC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문서(docs 12종)대로 app/ 전 계층 구현 — 자연어 질의 → Tool 계산 → 근거 설명 → 승인 실행이 end-to-end로 동작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Seed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15테이블 스키마 + 일관성 시드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db/schema.sql · seed/generate.py · wms.db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28416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적치(0~1 정규화 점수) · 피킹(우선순위·시작시간) · Draft/Dry-Run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DES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LR·MA 소진예측·위험등급 · SimPy 3인1조 DES · Monte Carlo P50/P90 · What-if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sim/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메타 청킹 · FAISS · PRISM 리랭크 · 충분성 게이트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28416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9노드 조건분기 그래프 + AgentState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agent/graph.py · nodes.py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9632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UI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무프레임워크 웹 SPA(시뮬레이션·디지털트윈·타임라인)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 · web/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DF5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하네스  </a:t>
            </a:r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 · 24체크 — Tool 결정성 · 적치 정규화 · DES 재현성(seed 고정) · Forecast · Intent · RAG/Abstain · Answer Grounding (eval/harness.py)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적용한 에이전트 패턴 — 정의와 코드 구현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 · Tool이 계산하고 LLM은 설명한다 (agent/nodes.py)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2880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(역할)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(파일 · 함수)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 / Meta-Controller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intent·파라미터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router_node · gpt-4.1-mini JSON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intent → Tool 실행계획(규칙)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planner_node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Use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조회·점수·예측·Draft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tool_executor_node + _HANDLERS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PEV / Verify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정합성 검증(점수 0~1 범위)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· HITL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상태변경 미리보기 → 사용자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approval_gate_node · drafts.dry_run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Adaptive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질의에만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rag_decision_node (RAG_INTENTS)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Agentic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충분성 루프 · 재검색 · abstain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retriever.retrieve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Simulator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SimPy DES · What-if 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des.run_des_simulation · whatif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 ·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코드로 보는 패턴 구현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263238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5087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충분성 루프 (rag/retriever.py)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3504" y="1783080"/>
            <a:ext cx="38679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retrieve(query, intent, k=5):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q, retries = query, 0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cands  = search(q, k, intent)    # FAISS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ranked = prism_rerank(query, cands)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  = sufficient_context(query, ranked)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judge["answerable"] or retries&gt;=2: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부족한 근거유형을 질의에 보강 후 재검색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f"{query} {missing}"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 += 1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충분: 근거 반환 / 부족: abstain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946904" y="15087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계산은 Tool (agent/nodes.py)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6904" y="1783080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_HANDLERS = {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"inventory_risk": _h_inventory_risk,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"stocking_recommendation": _h_stocking, 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tool_executor_node(state):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 = _HANDLERS[state["intent"]]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{"tool_results": h(state["params"])}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800600" y="3127248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321868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 (agent/nodes.py)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46904" y="3493008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RAG_INTENTS = {"policy_question",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"stocking_recommendation", "inventory_risk"...}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rag_decision_node(state):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단순 조회는 검색 생략(비용·지연 ↓)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{"rag_required":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state["intent"] in RAG_INTENTS}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① Adaptive vs Agentic — 검색 여부 + 품질 루프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“검색을 할까?”를 결정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단순 조회(입고예정·재고)는 검색 생략 → 비용·지연 ↓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근거·정책·SOP·산식 질문만 검색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rag_decision_node (intent ∈ RAG_INTENTS)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품질 루프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근거로 충분한가?”를 반복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검색 → 리랭크 → 충분성 판정, 부족 시 query rewrite 재검색(≤2)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충분 근거 없으면 abstain(“문서 근거가 부족합니다”)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retriever.retrieve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= 문 앞에서 ‘들어갈지’ 결정  ·  Agentic = 안에서 ‘충분해질 때까지’ 반복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받치는 3가지 사상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구조·사전 라우팅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설명용 근거 추출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차단 게이트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각각이 무엇이고, 어떤 장점 때문에 넣어 어떻게 결합했는지는 다음 장에서 설명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WHY 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② ALR · Sufficient · PRISM — 무엇이고, 왜 결합했나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531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기법은 역할이 겹치지 않는다 — 질문 분석, 근거 정제, 생성 판단을 나눠 단일 RAG의 약점을 보완한다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531352" cy="457200"/>
          </a:xfrm>
          <a:prstGeom prst="roundRect">
            <a:avLst>
              <a:gd name="adj" fmla="val 16000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Retrieval  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/ Re-search / Abstain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ALR: Analysis–Localization–Reasoning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DocSeeker의 구조화된 문서 추론 흐름. 질문 의도를 먼저 분석하고, 필요한 근거 위치를 문서에서 식별한 뒤 그 근거로 추론한다.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추론을 분리해 ‘어디를 근거로 답했는지’가 명확. 긴 문서의 노이즈를 줄이고 근거 추적성을 높인다.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 모델은 도입하지 않고 ALR 개념·흐름만 차용. RAG 파이프라인에서 질문 분석·근거 후보 라우팅 기준으로 사용.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55848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PRISM: Evidence-aware Reranker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점수만 쓰는 reranker가 아니라 relevance 판단·contribution·근거 구절(evidence passage)을 함께 생성하는 재랭킹.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 근거인지’와 ‘답변 기여도’를 함께 제공 → 검색 결과를 그대로 넣지 않고 핵심 근거 중심으로 context를 정제.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후보 청크를 재평가해 답변에 쓸 근거 구절과 설명 가능한 contribution을 생성.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54496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Context: Answerability Gate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context만으로 질문에 답할 수 있는지 판단하는 품질 게이트.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상태의 억지 답변을 차단. 불충분하면 추가 검색·재질문 또는 답변 보류(abstain).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 직전 근거 충분성을 판단 — 충분하면 답변, 부족하면 재검색하거나 ‘근거 부족으로 답변 불가’.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531352" cy="731520"/>
          </a:xfrm>
          <a:prstGeom prst="roundRect">
            <a:avLst>
              <a:gd name="adj" fmla="val 8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3159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ALR은 질문 분석·근거 탐색을 구조화하고, PRISM은 후보를 근거 중심으로 재정렬·정제하며, Sufficient Context는 최종 답변 가능 여부를 판단한다. → 단순 유사도 RAG의 약점(잘못된 근거 선택·불충분한 context 답변·환각)을 함께 줄인다.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VECTOR DB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③ Vector DB 구성과 검색 파이프라인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DB · 인덱스 구성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61188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Vector DB: FAISS IndexFlatIP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(L2 정규화 → 코사인 유사도)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임베딩: text-embedding-3-small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청킹: 정책 md 6종 · ## 헤딩 단위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(LLM 없이 결정적 메타 부여)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메타: source·document_type·domain·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section·answerable_intents·evidence_summary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인덱스: faiss.index + chunks.json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정책 변경 시 전체 재인덱싱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향후: PostgreSQL/pgvector 전환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5453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파이프라인 (rag/retriever.py)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00600" y="1892808"/>
            <a:ext cx="3703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질의 임베딩 → ② FAISS top-(k×3)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intent 메타 필터 → top-k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PRISM 리랭크(relevance·contribution·span)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Sufficient 판정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충분 → 근거 답변 / 부족 → 재검색(≤2)·abstain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617720" y="3383280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347472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빌드 (rag/index.py)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64024" y="374904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embed([c.text for c in chunks])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faiss.normalize_L2(vecs)        # → 코사인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faiss.IndexFlatIP(dim)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index.add(vecs)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① 실시간 수요 발생 (Runtime Demand Stream)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DES의 확률 수요생성(Poisson, λ=fit_demand)을 런타임 이벤트 스트림으로 확장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발생 개념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앱 실행(runtime) 중 확률분포로 입고요청/출고요청이 실시간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발생 시점: 보유 데이터 대비 미래 / 중간 / 근미래(실시간)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생성기: 현재 DES Poisson 수요(λ) 로직 재사용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8587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스트림 발생기 → 요청 row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Toast 알림 → [탭 이동] 또는 [닫기]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신규 출고요청 발생 — ORD-RT-014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16:00 마감 ·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6048" y="22860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데이터로 이동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22860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2860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시점 분포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566160" cy="0"/>
          </a:xfrm>
          <a:prstGeom prst="line">
            <a:avLst/>
          </a:prstGeom>
          <a:noFill/>
          <a:ln w="19050">
            <a:solidFill>
              <a:srgbClr val="C9D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9044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3904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근미래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요청은 now 이후 어느 시점에도 발생 가능 — 근미래 건은 즉시 처리 압박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② 긴급 처리 판정 · 입·출고 요청 데이터 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572768"/>
          </a:xfrm>
          <a:prstGeom prst="roundRect">
            <a:avLst>
              <a:gd name="adj" fmla="val 407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긴급여부 판정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정의: now 기준 오늘(영업일) 내 처리해야 하면 긴급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판정: due_datetime ≤ 오늘 마감(EOD) → urgent = true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연계: 피킹 우선순위(deadline_urgency)·DES 부하에 즉시 반영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4114800" cy="1627632"/>
          </a:xfrm>
          <a:prstGeom prst="roundRect">
            <a:avLst>
              <a:gd name="adj" fmla="val 3933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55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변경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02736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inbound_orders / outbound_orders에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urgent 파생 컬럼(또는 뷰) 추가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실시간 생성 요청은 row append (source=REALTIME)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탭: 입·출고 요청 데이터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77640" cy="1143000"/>
          </a:xfrm>
          <a:prstGeom prst="roundRect">
            <a:avLst>
              <a:gd name="adj" fmla="val 56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탭 구성 (신규 탭 추가)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Agent Chat · KPI · Simulation · Approval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추가: ★ 입·출고 요청 데이터 (실시간 요청·긴급 표시)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0916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 (예시)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1752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105156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요청번호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ORD-RT-014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16:00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INB-209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ORD-188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18:00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자동운영 — 블랙보드 멀티에이전트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이벤트를 10개 에이전트가 블랙보드(DB)로 협업해 자동 처리하는 구조와 동작 원리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358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29809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— 10개 에이전트(도메인 6 · 인프라 4)와 블랙보드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198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3364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에이전트는 어떻게 협력하나 (주기 · 신호 · 데이터 읽기)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— 데이터로 흐르는 이벤트 체이닝 (입고→적치→자원)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" y="41330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8단계 실행과 가드레일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45171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— ‘창고자동운영’ 탭 동작 가시화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 · Blackboard Auto-Execution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에이전트와 블랙보드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서로를 모른다. 공유 게시판(블랙보드=DB)의 상태 변화에만 반응하는 ‘지식원(knowledge source)’이다.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에이전트 6 — Action을 ‘제안’만 (DB write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도착 → 입고작업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2688336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입고완료 → 적치 위치 배정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Picking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출고주문 → 예약 + 피킹작업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2688336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임박 → 우선순위 / 출고준비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발생 → 작업자 배정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78608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InventoryRisk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 위험 → 경보(자동실행 금지)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에이전트 4 — 공통(cross-cutting)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8562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주기 스케줄러 — 이벤트를 읽어 에이전트에 분배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24231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자동실행 가부 게이트(위험 Action 차단)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44368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29900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What-if(DES)로 KPI 과부하 판정 — 백그라운드 캐시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35570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Explanation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Action의 한국어 사유 생성(LLM + 템플릿 폴백)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26323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22452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블랙보드 = DB 테이블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blackboard_events · blackboard_actions · audit_logs · inventory_reservations.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협업은 이 게시판을 ‘읽고 쓰는’ 것으로만 이뤄진다 — 에이전트 간 직접 호출은 없다.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어떻게 협력하나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파일을 읽지도, 서로를 직접 부르지도 않는다 — 가운데 블랙보드(이벤트 테이블)를 통해 간접 신호를 주고받는다.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유일한 ‘주기적’ 주체 = 컨트롤 루프 1개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1개 스레드가 cycle_seconds(기본 15초)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마다 깨어난다.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하는 일: blackboard_events 테이블에서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status='NEW' 이벤트만 읽기.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파일을 폴링하는 게 아니라 DB 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테이블을 읽는다.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에이전트 = ‘수동’ 함수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56432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handles(event_type) / propose(event)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두 함수뿐 — 타이머·루프 없음.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이벤트 종류를 보고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해당 에이전트를 호출할 때만 동작.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깨워진 그 순간 운영 테이블을 1회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조회해 판단(주기 폴링 아님).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89904" y="1463040"/>
            <a:ext cx="2596896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5910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‘다음 에이전트’ 신호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72784" y="1938528"/>
            <a:ext cx="2231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호출 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Executor가 Action을 성공시킨 뒤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후속 이벤트 행을 블랙보드에 INSERT.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그 새 이벤트를 읽어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다음 에이전트를 깨운다.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data-driven 연쇄.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1325880"/>
          </a:xfrm>
          <a:prstGeom prst="roundRect">
            <a:avLst>
              <a:gd name="adj" fmla="val 4138"/>
            </a:avLst>
          </a:prstGeom>
          <a:solidFill>
            <a:srgbClr val="26323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794760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control_loop.py — 유일한 주기 주체가 이벤트 테이블을 읽어 분배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4069080"/>
            <a:ext cx="7936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_running: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settings.enabled():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run_once()                 # blackboard_events 읽어 처리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time.sleep(cycle_seconds())    # ← 유일한 ‘주기적’ 부분 (기본 15초)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run_once():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 in events.new_events():            # status='NEW' 이벤트만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REGISTRY: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agent.handles(ev.type):        # 이 이벤트 담당?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spec in agent.propose(ev):    # Action 제안(읽기 1회)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executor.execute(create(spec))</a:t>
            </a:r>
            <a:endParaRPr lang="en-US" sz="8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CHAINING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흐르는 연쇄 — 입고 → 적치 → 자원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에이전트의 실행 결과(=새 이벤트)가 다음 에이전트를 깨운다. 같은 사이클 안에서 이벤트가 빌 때까지 이어진다.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NEW_INBOUND_ARRIVAL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CREATE_INBOUND_TASK (입고=RECEIVED)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9856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9856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CREATE_PUTAWAY_TASK (적치작업 생성)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ALLOCATE_WORKER (작업자 배정)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(완료)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63824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0176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5074920" cy="146304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62102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executor.py — 성공 후 ‘다음 에이전트’ 신호 = 이벤트 INSERT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" y="3895344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_emit_followups(action, result):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at == 'CREATE_INBOUND_TASK':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events.add_event('NEED_PUTAWAY','inbound', inbound_no)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'CREATE_PUTAWAY_TASK':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stocking_task_id)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'CREATE_PICKING_TASK':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picking_task_id)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669280" y="3529584"/>
            <a:ext cx="3017520" cy="1463040"/>
          </a:xfrm>
          <a:prstGeom prst="roundRect">
            <a:avLst>
              <a:gd name="adj" fmla="val 4375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657600"/>
            <a:ext cx="2697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흐름도 동일
</a:t>
            </a:r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NEW_OUTBOUND_ORDER → PickingAgent
(예약 + 피킹작업) →〔TASK_CREATED〕→
ResourceAgent(작업자 배정).
</a:t>
            </a:r>
            <a:pPr indent="0" marL="0">
              <a:lnSpc>
                <a:spcPct val="104000"/>
              </a:lnSpc>
              <a:buNone/>
            </a:pPr>
            <a:r>
              <a:rPr lang="en-US" sz="92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 모른 채, 블랙보드에 쌓인 이벤트만 보고 자기 일을 한다.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DECISION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실행 8단계와 가드레일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Action으로 실행되기까지 — 자동 상태변경의 유일한 경로(Executor)는 매 단계를 검증·감사한다.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수집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시뮬 게이트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사전검증 → 락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실행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사후검증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· 후속이벤트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멱등성(Idempotency)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idempotency_key UNIQUE → 같은 작업 중복 시 SKIPPED_DUPLICATE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단일출처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= 보유(AVAILABLE) − 예약. 예측·할당·자동운영이 같은 수치 사용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Action(재고보정·취소·출고확정 등)은 자동실행 금지 → POLICY_BLOCKED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 팀 가동률이 임계 이상이면 sim-required Action 보류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7939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‘무승인 상태변경 0건(HITL)’을 Auto Mode가 위 가드레일과 함께 대체한다. 모든 실행은 8단계 감사로그(EVENT_RECEIVED→…→FINISHED)로 추적된다.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‘창고자동운영’ 탭 — 동작 가시화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에이전트가 동작할 때 원이 점등되고, 단계별 로그·Action·LLM 사유가 실시간으로 쌓인다.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보드 (도메인 6 · 인프라 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448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9696" y="1783080"/>
            <a:ext cx="566928" cy="56692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80944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98448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39696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9968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80944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22192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동작 로그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감사 8단계를 에이전트·결과 색상으로 표시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줄만 증분 추가(깜빡임 없음)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동작한 에이전트 원이 1.2초 점등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754880" y="2907792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타임라인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처리 시각 · 에이전트 · 상태 배지(성공/차단/실패)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클릭 → 하단에 LLM 한국어 사유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63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가시화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간 step_delay(기본 1.2초)로 흐름을 눈으로 확인. 시뮬 DES(수 초)는 백그라운드 캐시라 사이클을 막지 않음.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EDF5F6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가동 조건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‘실시간 수요’ ON 일 때만 자동운영 시작 가능. Auto Mode는 기본 OFF — 켜야 컨트롤 루프가 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WOONG AI 기획 요약</dc:title>
  <dc:subject>PptxGenJS Presentation</dc:subject>
  <dc:creator>PptxGenJS</dc:creator>
  <cp:lastModifiedBy>PptxGenJS</cp:lastModifiedBy>
  <cp:revision>1</cp:revision>
  <dcterms:created xsi:type="dcterms:W3CDTF">2026-07-01T06:57:21Z</dcterms:created>
  <dcterms:modified xsi:type="dcterms:W3CDTF">2026-07-01T06:57:21Z</dcterms:modified>
</cp:coreProperties>
</file>